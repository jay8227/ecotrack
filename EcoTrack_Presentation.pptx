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2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8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0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8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9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3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0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8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13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1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2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661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88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3352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0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6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54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0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EcoTrack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ArrakisTeam</a:t>
            </a:r>
          </a:p>
          <a:p>
            <a:r>
              <a:t>Carbon Footprint Calculator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EcoTrack helps users estimate their CO₂ emissions.</a:t>
            </a:r>
          </a:p>
          <a:p>
            <a:pPr>
              <a:defRPr sz="2000"/>
            </a:pPr>
            <a:r>
              <a:t>Calculates based on electricity usage and travel distance.</a:t>
            </a:r>
          </a:p>
          <a:p>
            <a:pPr>
              <a:defRPr sz="2000"/>
            </a:pPr>
            <a:r>
              <a:t>Built with Vue 3 + Vite for a fast, modern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Access &amp; Run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2000"/>
            </a:pPr>
            <a:r>
              <a:t>1. Clone the repository:</a:t>
            </a:r>
          </a:p>
          <a:p>
            <a:pPr>
              <a:defRPr sz="2000"/>
            </a:pPr>
            <a:r>
              <a:t>   git clone https://github.com/Jay8227/EcoTrack.git</a:t>
            </a:r>
          </a:p>
          <a:p>
            <a:pPr>
              <a:defRPr sz="2000"/>
            </a:pPr>
            <a:r>
              <a:t>2. Navigate to project folder:</a:t>
            </a:r>
          </a:p>
          <a:p>
            <a:pPr>
              <a:defRPr sz="2000"/>
            </a:pPr>
            <a:r>
              <a:t>   cd EcoTrack/frontend</a:t>
            </a:r>
          </a:p>
          <a:p>
            <a:pPr>
              <a:defRPr sz="2000"/>
            </a:pPr>
            <a:r>
              <a:t>3. Install dependencies:</a:t>
            </a:r>
          </a:p>
          <a:p>
            <a:pPr>
              <a:defRPr sz="2000"/>
            </a:pPr>
            <a:r>
              <a:t>   npm install</a:t>
            </a:r>
          </a:p>
          <a:p>
            <a:pPr>
              <a:defRPr sz="2000"/>
            </a:pPr>
            <a:r>
              <a:t>4. Start development server:</a:t>
            </a:r>
          </a:p>
          <a:p>
            <a:pPr>
              <a:defRPr sz="2000"/>
            </a:pPr>
            <a:r>
              <a:t>   npm run dev</a:t>
            </a:r>
          </a:p>
          <a:p>
            <a:pPr>
              <a:defRPr sz="2000"/>
            </a:pPr>
            <a:r>
              <a:t>5. Open in browser: http://localhost:5173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Include screenshots of:</a:t>
            </a:r>
          </a:p>
          <a:p>
            <a:pPr>
              <a:defRPr sz="2000"/>
            </a:pPr>
            <a:r>
              <a:t>- Dashboard</a:t>
            </a:r>
          </a:p>
          <a:p>
            <a:pPr>
              <a:defRPr sz="2000"/>
            </a:pPr>
            <a:r>
              <a:t>- About Page</a:t>
            </a:r>
          </a:p>
          <a:p>
            <a:pPr>
              <a:defRPr sz="2000"/>
            </a:pPr>
            <a:r>
              <a:t>- Contact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GitHub Usernames:</a:t>
            </a:r>
          </a:p>
          <a:p>
            <a:pPr>
              <a:defRPr sz="2000"/>
            </a:pPr>
            <a:r>
              <a:t>- Jay8227</a:t>
            </a:r>
          </a:p>
          <a:p>
            <a:pPr>
              <a:defRPr sz="2000"/>
            </a:pPr>
            <a:r>
              <a:t>- aryaabhilash7</a:t>
            </a:r>
          </a:p>
          <a:p>
            <a:pPr>
              <a:defRPr sz="2000"/>
            </a:pPr>
            <a:r>
              <a:t>- prabhakardrishti3</a:t>
            </a:r>
          </a:p>
          <a:p>
            <a:pPr>
              <a:defRPr sz="2000"/>
            </a:pPr>
            <a:r>
              <a:t>- parthsatarkar16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Instagram: @TerraSpectra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Track. Analyze. Reduce your impact.</a:t>
            </a:r>
          </a:p>
          <a:p>
            <a:pPr>
              <a:defRPr sz="2000"/>
            </a:pPr>
            <a:r>
              <a:t>EcoTrack by ArrakisTeam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138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EcoTrack</vt:lpstr>
      <vt:lpstr>Introduction</vt:lpstr>
      <vt:lpstr>How to Access &amp; Run Locally</vt:lpstr>
      <vt:lpstr>Demo</vt:lpstr>
      <vt:lpstr>Team &amp; Contact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EcoTrack</dc:title>
  <dc:subject/>
  <dc:creator>HP</dc:creator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2025-08-30T08:21:47Z</dcterms:modified>
  <cp:category/>
</cp:coreProperties>
</file>